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74a90756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1074a90756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5510228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105510228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USTOM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775" y="-600"/>
            <a:ext cx="9153800" cy="5144175"/>
            <a:chOff x="-1775" y="-600"/>
            <a:chExt cx="9153800" cy="5144175"/>
          </a:xfrm>
        </p:grpSpPr>
        <p:sp>
          <p:nvSpPr>
            <p:cNvPr id="52" name="Google Shape;52;p13"/>
            <p:cNvSpPr/>
            <p:nvPr/>
          </p:nvSpPr>
          <p:spPr>
            <a:xfrm>
              <a:off x="8025" y="75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-1775" y="-600"/>
              <a:ext cx="4609375" cy="5144100"/>
            </a:xfrm>
            <a:custGeom>
              <a:rect b="b" l="l" r="r" t="t"/>
              <a:pathLst>
                <a:path extrusionOk="0" h="205764" w="184375">
                  <a:moveTo>
                    <a:pt x="184375" y="24"/>
                  </a:moveTo>
                  <a:lnTo>
                    <a:pt x="47" y="0"/>
                  </a:lnTo>
                  <a:lnTo>
                    <a:pt x="0" y="205764"/>
                  </a:lnTo>
                  <a:lnTo>
                    <a:pt x="124623" y="20576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</p:grpSp>
      <p:grpSp>
        <p:nvGrpSpPr>
          <p:cNvPr id="54" name="Google Shape;54;p13"/>
          <p:cNvGrpSpPr/>
          <p:nvPr/>
        </p:nvGrpSpPr>
        <p:grpSpPr>
          <a:xfrm>
            <a:off x="-3" y="4529830"/>
            <a:ext cx="5098103" cy="613675"/>
            <a:chOff x="-3" y="4529830"/>
            <a:chExt cx="5098103" cy="613675"/>
          </a:xfrm>
        </p:grpSpPr>
        <p:sp>
          <p:nvSpPr>
            <p:cNvPr id="55" name="Google Shape;55;p13"/>
            <p:cNvSpPr/>
            <p:nvPr/>
          </p:nvSpPr>
          <p:spPr>
            <a:xfrm>
              <a:off x="778200" y="4667089"/>
              <a:ext cx="4319900" cy="476400"/>
            </a:xfrm>
            <a:custGeom>
              <a:rect b="b" l="l" r="r" t="t"/>
              <a:pathLst>
                <a:path extrusionOk="0" h="19056" w="172796">
                  <a:moveTo>
                    <a:pt x="0" y="0"/>
                  </a:moveTo>
                  <a:lnTo>
                    <a:pt x="172796" y="19056"/>
                  </a:lnTo>
                  <a:lnTo>
                    <a:pt x="115628" y="19056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-3" y="4529830"/>
              <a:ext cx="3682000" cy="613675"/>
            </a:xfrm>
            <a:custGeom>
              <a:rect b="b" l="l" r="r" t="t"/>
              <a:pathLst>
                <a:path extrusionOk="0" h="24547" w="147280">
                  <a:moveTo>
                    <a:pt x="0" y="0"/>
                  </a:moveTo>
                  <a:lnTo>
                    <a:pt x="0" y="24547"/>
                  </a:lnTo>
                  <a:lnTo>
                    <a:pt x="147280" y="24547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9075" y="4839867"/>
            <a:ext cx="966701" cy="1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7733647" y="4876337"/>
            <a:ext cx="13629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b="0" i="0" sz="7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4" y="134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Globant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4" y="2224525"/>
            <a:ext cx="85206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Incremental Data Movement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Pull Model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Rest API Calls to Composer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3" y="-55577"/>
            <a:ext cx="1168415" cy="3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000" y="302674"/>
            <a:ext cx="6568001" cy="41149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850200" y="1242575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281475" y="3380825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585825" y="2983625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3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667450" y="642700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4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-30050" y="195263"/>
            <a:ext cx="26442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AutoNum type="arabicPeriod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On 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on-premise cluster a shell script runs to validate file changes on the desired HDFS directories. For the changes detected, it will write the directory name in a key-value file.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AutoNum type="arabicPeriod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Using gsutil cp tool as part of the Google Cloud SDK (installed in the on-premise cluster) the key-value file is copied to Google Cloud Storage.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AutoNum type="arabicPeriod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A Cloud Function is triggered when the file is written to the bucket, which thru a REST APIs call triggers a DAG in Google Cloud Composer.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AutoNum type="arabicPeriod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Google Cloud Composer runs a DAG that submits a DISTCP job per line in the key-value file against a PULL cluster-pool that will DISTCP the data to Google Cloud Storage.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929200" y="4437000"/>
            <a:ext cx="59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rPr>
              <a:t>The Google Cloud Function was only incorporated to this architecture diagram to cover the ability to perform REST API calls to Google Cloud Composer, which was asked by Groupon on a previous session to validate the technical viability to do so. Google Cloud Composer can </a:t>
            </a:r>
            <a:r>
              <a:rPr lang="en" sz="8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rPr>
              <a:t>directly check for a file existence in a bucket and trigger a DAG run without the need of a Cloud Function.</a:t>
            </a:r>
            <a:endParaRPr sz="800">
              <a:solidFill>
                <a:srgbClr val="66666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35325" y="302675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5325" y="1609175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35325" y="2783600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3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35325" y="3766900"/>
            <a:ext cx="220500" cy="3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4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3" y="-55577"/>
            <a:ext cx="1168415" cy="3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